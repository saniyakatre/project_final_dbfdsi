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SCHOOL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Fraud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Simulator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 causes billions in annual losses worldwide. Traditional rule-based systems struggle to detect sophisticated fraud patterns in real-time. Banks lack effective tools to simulate, detect, and monitor fraudulent transactions before deployment in production environments.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640080"/>
            <a:ext cx="2194560" cy="1188720"/>
          </a:xfrm>
          <a:prstGeom prst="rect">
            <a:avLst/>
          </a:prstGeom>
          <a:solidFill>
            <a:srgbClr val="0D3B6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685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7132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$32B+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66560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fraud annually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103120"/>
            <a:ext cx="2194560" cy="1188720"/>
          </a:xfrm>
          <a:prstGeom prst="rect">
            <a:avLst/>
          </a:prstGeom>
          <a:solidFill>
            <a:srgbClr val="0D3B6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148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21762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27249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3566160"/>
            <a:ext cx="2194560" cy="1188720"/>
          </a:xfrm>
          <a:prstGeom prst="rect">
            <a:avLst/>
          </a:prstGeom>
          <a:solidFill>
            <a:srgbClr val="0D3B6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611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363931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4187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systems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5"/>
                </a:solidFill>
              </a:rPr>
              <a:t>Weeks 1–8  •  Java Spring Boot  •  MySQL  •  ML Detection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fraud simulation &amp; detection platform that bridges rule-based logic with ML-powered anomaly detection.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457200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Simulation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realistic normal &amp; fraudulent transaction datasets for testing and training.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691640"/>
            <a:ext cx="457200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9164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828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2194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 sets flag suspicious transactions instantly with zero model training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46120"/>
            <a:ext cx="457200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4612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ML models learn complex patterns, improving accuracy over traditional rules.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324612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246120"/>
            <a:ext cx="457200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46120"/>
            <a:ext cx="45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749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 dashboards display fraud trends, alerts, and API-driven reports.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5"/>
                </a:solidFill>
              </a:rPr>
              <a:t>Banking Fraud Detection Simulator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863840" cy="5943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60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9601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•  CSS  •  Dashboard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490472"/>
            <a:ext cx="0" cy="201168"/>
          </a:xfrm>
          <a:prstGeom prst="line">
            <a:avLst/>
          </a:prstGeom>
          <a:noFill/>
          <a:ln w="19050">
            <a:solidFill>
              <a:srgbClr val="8BA3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417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5"/>
                </a:solidFill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786384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91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16916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 •  Spring Boot Controllers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221992"/>
            <a:ext cx="0" cy="201168"/>
          </a:xfrm>
          <a:prstGeom prst="line">
            <a:avLst/>
          </a:prstGeom>
          <a:noFill/>
          <a:ln w="19050">
            <a:solidFill>
              <a:srgbClr val="8BA3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148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5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423160"/>
            <a:ext cx="7863840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4231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24231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  •  Rule Engine  •  ML Plugin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953512"/>
            <a:ext cx="0" cy="201168"/>
          </a:xfrm>
          <a:prstGeom prst="line">
            <a:avLst/>
          </a:prstGeom>
          <a:noFill/>
          <a:ln w="19050">
            <a:solidFill>
              <a:srgbClr val="8BA3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8803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5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154680"/>
            <a:ext cx="786384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154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31920" y="3154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 •  Transaction Models  •  Fraud Logs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 rot="16200000">
            <a:off x="0" y="960120"/>
            <a:ext cx="5943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A3B5"/>
                </a:solidFill>
              </a:rPr>
              <a:t>EXTERNAL INPUTS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Data  ➜  API Calls  ➜  Fraud Reports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5"/>
                </a:solidFill>
              </a:rPr>
              <a:t>Banking Fraud Detection Simulator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Transaction Simulation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thousands of realistic normal &amp; fraudulent transactions on demand.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Rule-Based Alerts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55848" y="14630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custom rule sets; instantly flag transactions that match fraud patterns.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05840"/>
            <a:ext cx="274320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Model Integration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81928" y="14630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ML engine improves detection accuracy with anomaly-based learning.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274320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Live Dashboards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9768" y="32918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 charts and fraud trend reports updated via API.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346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34640"/>
            <a:ext cx="274320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API-Driven Ingestion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55848" y="32918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gateway for external transaction ingestion and automated reporting.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346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34640"/>
            <a:ext cx="2743200" cy="4114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834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Testing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81928" y="32918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edge-case fraud scenarios to harden banking system defenses.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5"/>
                </a:solidFill>
              </a:rPr>
              <a:t>Banking Fraud Detection Simulator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9144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960120"/>
            <a:ext cx="740664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996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 Modeling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3075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configured • Fraud datasets designed • Rule sets defined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914400" cy="68580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1965960"/>
            <a:ext cx="740664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0025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Detection 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31343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generator • Rule-based anomaly detector • Accuracy tests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265176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CAE4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914400" cy="685800"/>
          </a:xfrm>
          <a:prstGeom prst="rect">
            <a:avLst/>
          </a:prstGeom>
          <a:solidFill>
            <a:srgbClr val="48ADE4"/>
          </a:solidFill>
          <a:ln w="12700">
            <a:solidFill>
              <a:srgbClr val="48AD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71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2971800"/>
            <a:ext cx="740664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48AD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0083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A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API Gateway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331927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dashboards live • API integration • Report testing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36576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ADE4"/>
                </a:solidFill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914400" cy="685800"/>
          </a:xfrm>
          <a:prstGeom prst="rect">
            <a:avLst/>
          </a:prstGeom>
          <a:solidFill>
            <a:srgbClr val="80D4F0"/>
          </a:solidFill>
          <a:ln w="12700">
            <a:solidFill>
              <a:srgbClr val="80D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776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3977640"/>
            <a:ext cx="7406640" cy="685800"/>
          </a:xfrm>
          <a:prstGeom prst="rect">
            <a:avLst/>
          </a:prstGeom>
          <a:solidFill>
            <a:srgbClr val="0D3B6E"/>
          </a:solidFill>
          <a:ln w="12700">
            <a:solidFill>
              <a:srgbClr val="80D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40142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Plug-in &amp; Deployment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43251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integrated • Benchmarks run • System deployed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OUTCOME: Fully deployed fraud simulator with rule + ML detection, live dashboards, and REST APIs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5544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powering business logic, simulation engine, and ML integration.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94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05840"/>
            <a:ext cx="502920" cy="1554480"/>
          </a:xfrm>
          <a:prstGeom prst="rect">
            <a:avLst/>
          </a:prstGeom>
          <a:solidFill>
            <a:srgbClr val="2D9948"/>
          </a:solidFill>
          <a:ln w="12700">
            <a:solidFill>
              <a:srgbClr val="2D99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115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44475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69164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development, dependency injection, and service layer architecture.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4D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502920" cy="1554480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8892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28986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22783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4747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dashboard UI, fraud trend visualizations, and user-facing reporting pages.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78892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9A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788920"/>
            <a:ext cx="502920" cy="1554480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8892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28986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322783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34747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storing transaction records, fraud logs, and rule configurations.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5"/>
                </a:solidFill>
              </a:rPr>
              <a:t>Banking Fraud Detection Simulator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2286000" cy="1211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Fraud Detection Simulator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331720"/>
            <a:ext cx="45720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 •  Rule-Based Detection  •  ML Integration  •  Live Dashboards  •  REST APIs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41148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 •  HTML &amp; CSS  •  MySQL  •  ML Detection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" y="39776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Fraud Detection Simulator</dc:title>
  <dc:subject>PptxGenJS Presentation</dc:subject>
  <dc:creator>PptxGenJS</dc:creator>
  <cp:lastModifiedBy>PptxGenJS</cp:lastModifiedBy>
  <cp:revision>1</cp:revision>
  <dcterms:created xsi:type="dcterms:W3CDTF">2026-02-21T12:21:04Z</dcterms:created>
  <dcterms:modified xsi:type="dcterms:W3CDTF">2026-02-21T12:21:04Z</dcterms:modified>
</cp:coreProperties>
</file>